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dc17b6bcf4046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Sm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  <p:sldId xmlns:r="http://schemas.openxmlformats.org/officeDocument/2006/relationships" id="262" r:id="rIdSlide7"/>
    <p:sldId xmlns:r="http://schemas.openxmlformats.org/officeDocument/2006/relationships" id="263" r:id="rIdSlide8"/>
    <p:sldId xmlns:r="http://schemas.openxmlformats.org/officeDocument/2006/relationships" id="264" r:id="rIdSlide9"/>
    <p:sldId xmlns:r="http://schemas.openxmlformats.org/officeDocument/2006/relationships" id="265" r:id="rIdSlide10"/>
    <p:sldId xmlns:r="http://schemas.openxmlformats.org/officeDocument/2006/relationships" id="266" r:id="rIdSlide11"/>
    <p:sldId xmlns:r="http://schemas.openxmlformats.org/officeDocument/2006/relationships" id="267" r:id="rIdSlide12"/>
  </p:sldIdLst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Sm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Relationship Type="http://schemas.openxmlformats.org/officeDocument/2006/relationships/slide" Target="/ppt/slides/slide7.xml" Id="rIdSlide7" /><Relationship Type="http://schemas.openxmlformats.org/officeDocument/2006/relationships/slide" Target="/ppt/slides/slide8.xml" Id="rIdSlide8" /><Relationship Type="http://schemas.openxmlformats.org/officeDocument/2006/relationships/slide" Target="/ppt/slides/slide9.xml" Id="rIdSlide9" /><Relationship Type="http://schemas.openxmlformats.org/officeDocument/2006/relationships/slide" Target="/ppt/slides/slide10.xml" Id="rIdSlide10" /><Relationship Type="http://schemas.openxmlformats.org/officeDocument/2006/relationships/slide" Target="/ppt/slides/slide11.xml" Id="rIdSlide11" /><Relationship Type="http://schemas.openxmlformats.org/officeDocument/2006/relationships/slide" Target="/ppt/slides/slide12.xml" Id="rIdSlide12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Sl1" /><Relationship Type="http://schemas.openxmlformats.org/officeDocument/2006/relationships/theme" Target="/ppt/slideMasters/theme/theme1.xml" Id="rIdTh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Sl1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F6CBD"/>
      </a:accent1>
      <a:accent2>
        <a:srgbClr val="36B37E"/>
      </a:accent2>
      <a:accent3>
        <a:srgbClr val="FFAB00"/>
      </a:accent3>
      <a:accent4>
        <a:srgbClr val="FF5630"/>
      </a:accent4>
      <a:accent5>
        <a:srgbClr val="6554C0"/>
      </a:accent5>
      <a:accent6>
        <a:srgbClr val="00B8D9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SlL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SlL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SlL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SlL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SlL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SlL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SlL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SlL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SlL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SlL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SlL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SlL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300000"/>
            <a:ext cx="112776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4000" b="1"/>
              <a:t>Infrasight – Azure Deployment Action Plan</a:t>
            </a:r>
          </a:p>
        </p:txBody>
      </p:sp>
      <p:sp>
        <p:nvSpPr>
          <p:cNvPr id="3" name="Body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00000"/>
            <a:ext cx="11277600" cy="5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342900" indent="-342900">
              <a:buChar char="•"/>
            </a:pPr>
            <a:r>
              <a:rPr lang="en-US" sz="2000"/>
              <a:t>Goal: Deploy backend (FastAPI) and frontend (React/Vite) to Azure App Service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Two separate App Services – runtime alignment (Python 3.11 / Node 22)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CI/CD via GitHub Actions – trigger on pushes to main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300000"/>
            <a:ext cx="112776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200" b="1"/>
              <a:t>Architecture Overview</a:t>
            </a:r>
          </a:p>
        </p:txBody>
      </p:sp>
      <p:sp>
        <p:nvSpPr>
          <p:cNvPr id="3" name="Body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00000"/>
            <a:ext cx="11277600" cy="5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342900" indent="-342900">
              <a:buChar char="•"/>
            </a:pPr>
            <a:r>
              <a:rPr lang="en-US" sz="2000"/>
              <a:t>Frontend: lnett-webapp-infrasight1 (Node 22, Linux)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Backend:  lnett-webapp-infrasight1-api (Python 3.11, Linux)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Data:     Neo4j (external, configured via app settings)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Auth:     GitHub Actions -&gt; Azure via service principal (AZURE_CREDENTIALS)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300000"/>
            <a:ext cx="112776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200" b="1"/>
              <a:t>1. Azure Infrastructure</a:t>
            </a:r>
          </a:p>
        </p:txBody>
      </p:sp>
      <p:sp>
        <p:nvSpPr>
          <p:cNvPr id="3" name="Body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00000"/>
            <a:ext cx="11277600" cy="5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342900" indent="-342900">
              <a:buChar char="•"/>
            </a:pPr>
            <a:r>
              <a:rPr lang="en-US" sz="2000"/>
              <a:t>Create backend App Service (Linux, Python 3.11) in same resource group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Confirm frontend App Service stack: Linux + Node 22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Confirm backend App Service stack: Linux + Python 3.11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Note both App Service URLs for later config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300000"/>
            <a:ext cx="112776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200" b="1"/>
              <a:t>2. Service Principal for GitHub -&gt; Azure</a:t>
            </a:r>
          </a:p>
        </p:txBody>
      </p:sp>
      <p:sp>
        <p:nvSpPr>
          <p:cNvPr id="3" name="Body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00000"/>
            <a:ext cx="11277600" cy="5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342900" indent="-342900">
              <a:buChar char="•"/>
            </a:pPr>
            <a:r>
              <a:rPr lang="en-US" sz="2000"/>
              <a:t>az ad sp create-for-rbac --name gh-infrasight-deploy --role contributor \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  --scopes /subscriptions/&lt;SUB_ID&gt;/resourceGroups/&lt;RG&gt; --sdk-auth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Save the full JSON output – used as AZURE_CREDENTIALS secret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Verify scope covers BOTH App Services (widen if needed)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300000"/>
            <a:ext cx="112776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200" b="1"/>
              <a:t>3. GitHub Secrets</a:t>
            </a:r>
          </a:p>
        </p:txBody>
      </p:sp>
      <p:sp>
        <p:nvSpPr>
          <p:cNvPr id="3" name="Body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00000"/>
            <a:ext cx="11277600" cy="5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342900" indent="-342900">
              <a:buChar char="•"/>
            </a:pPr>
            <a:r>
              <a:rPr lang="en-US" sz="2000"/>
              <a:t>AZURE_CREDENTIALS – service principal JSON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AZURE_RESOURCE_GROUP – RG containing the App Services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VITE_API_BASE_URL – e.g. https://lnett-webapp-infrasight1-api.azurewebsites.net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Repo -&gt; Settings -&gt; Secrets and variables -&gt; Actions</a:t>
            </a:r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300000"/>
            <a:ext cx="112776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200" b="1"/>
              <a:t>4. GitHub Environment</a:t>
            </a:r>
          </a:p>
        </p:txBody>
      </p:sp>
      <p:sp>
        <p:nvSpPr>
          <p:cNvPr id="3" name="Body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00000"/>
            <a:ext cx="11277600" cy="5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342900" indent="-342900">
              <a:buChar char="•"/>
            </a:pPr>
            <a:r>
              <a:rPr lang="en-US" sz="2000"/>
              <a:t>Create environment named 'production' (both workflows reference it)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Optional: required reviewers for approval gate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Optional: restrict deployments to the main branch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300000"/>
            <a:ext cx="112776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200" b="1"/>
              <a:t>5. Backend App Service Configuration</a:t>
            </a:r>
          </a:p>
        </p:txBody>
      </p:sp>
      <p:sp>
        <p:nvSpPr>
          <p:cNvPr id="3" name="Body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00000"/>
            <a:ext cx="11277600" cy="5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342900" indent="-342900">
              <a:buChar char="•"/>
            </a:pPr>
            <a:r>
              <a:rPr lang="en-US" sz="2000"/>
              <a:t>App settings: NEO4J_URI, NEO4J_USER, NEO4J_PASSWORD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App setting: WEBSITES_PORT = 8000 (matches uvicorn)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Startup command set automatically by deploy workflow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Update CORS allow_origins in backend/main.py to include frontend URL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300000"/>
            <a:ext cx="112776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200" b="1"/>
              <a:t>6. Frontend Code Check</a:t>
            </a:r>
          </a:p>
        </p:txBody>
      </p:sp>
      <p:sp>
        <p:nvSpPr>
          <p:cNvPr id="3" name="Body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00000"/>
            <a:ext cx="11277600" cy="5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342900" indent="-342900">
              <a:buChar char="•"/>
            </a:pPr>
            <a:r>
              <a:rPr lang="en-US" sz="2000"/>
              <a:t>API calls must use import.meta.env.VITE_API_BASE_URL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No hard-coded http://localhost:8000 in production build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Rebuild/deploy after any base-URL changes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Sanity check: dev tools -&gt; network tab hits correct API host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300000"/>
            <a:ext cx="112776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200" b="1"/>
              <a:t>7. First Deploys &amp; Verification</a:t>
            </a:r>
          </a:p>
        </p:txBody>
      </p:sp>
      <p:sp>
        <p:nvSpPr>
          <p:cNvPr id="3" name="Body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00000"/>
            <a:ext cx="11277600" cy="5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342900" indent="-342900">
              <a:buChar char="•"/>
            </a:pPr>
            <a:r>
              <a:rPr lang="en-US" sz="2000"/>
              <a:t>Deploy frontend: Actions -&gt; Deploy Frontend -&gt; Run workflow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Deploy backend:  Actions -&gt; Deploy Backend  -&gt; Run workflow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Verify /docs (FastAPI Swagger) loads on backend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End-to-end smoke test: graph view via SPA -&gt; API -&gt; Neo4j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Monitor backend log stream during first run</a:t>
            </a:r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300000"/>
            <a:ext cx="112776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200" b="1"/>
              <a:t>Dependencies &amp; Order</a:t>
            </a:r>
          </a:p>
        </p:txBody>
      </p:sp>
      <p:sp>
        <p:nvSpPr>
          <p:cNvPr id="3" name="Body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00000"/>
            <a:ext cx="11277600" cy="5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342900" indent="-342900">
              <a:buChar char="•"/>
            </a:pPr>
            <a:r>
              <a:rPr lang="en-US" sz="2000"/>
              <a:t>Infra  -&gt; Service principal -&gt; GitHub secrets -&gt; Environment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Backend App settings + CORS -&gt; Backend first deploy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Frontend API wiring + VITE_API_BASE_URL -&gt; Frontend first deploy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Both deployed -&gt; End-to-end smoke test</a:t>
            </a:r>
          </a:p>
        </p:txBody>
      </p:sp>
    </p:spTree>
  </p:cSld>
  <p:clrMapOvr>
    <a:masterClrMapping xmlns:a="http://schemas.openxmlformats.org/drawingml/2006/main"/>
  </p:clrMapOvr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300000"/>
            <a:ext cx="112776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200" b="1"/>
              <a:t>Deliverables in Repo</a:t>
            </a:r>
          </a:p>
        </p:txBody>
      </p:sp>
      <p:sp>
        <p:nvSpPr>
          <p:cNvPr id="3" name="Body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00000"/>
            <a:ext cx="11277600" cy="5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342900" indent="-342900">
              <a:buChar char="•"/>
            </a:pPr>
            <a:r>
              <a:rPr lang="en-US" sz="2000"/>
              <a:t>.github/workflows/deploy-backend.yml  (Python 3.11 -&gt; App Service)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.github/workflows/deploy-frontend.yml (Node 22, Vite build -&gt; App Service)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Path filters trigger only on relevant changes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workflow_dispatch enabled for manual runs</a:t>
            </a:r>
          </a:p>
        </p:txBody>
      </p:sp>
    </p:spTree>
  </p:cSld>
  <p:clrMapOvr>
    <a:masterClrMapping xmlns:a="http://schemas.openxmlformats.org/drawingml/2006/main"/>
  </p:clrMapOvr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300000"/>
            <a:ext cx="112776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200" b="1"/>
              <a:t>Next Steps</a:t>
            </a:r>
          </a:p>
        </p:txBody>
      </p:sp>
      <p:sp>
        <p:nvSpPr>
          <p:cNvPr id="3" name="Body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300000"/>
            <a:ext cx="11277600" cy="52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marL="342900" indent="-342900">
              <a:buChar char="•"/>
            </a:pPr>
            <a:r>
              <a:rPr lang="en-US" sz="2000"/>
              <a:t>Owner: complete Azure infra + secrets (this week)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Owner: wire frontend to VITE_API_BASE_URL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Owner: run first deploys and smoke test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Follow-up: add monitoring / Application Insights</a:t>
            </a:r>
          </a:p>
          <a:p xmlns:a="http://schemas.openxmlformats.org/drawingml/2006/main">
            <a:pPr marL="342900" indent="-342900">
              <a:buChar char="•"/>
            </a:pPr>
            <a:r>
              <a:rPr lang="en-US" sz="2000"/>
              <a:t>Follow-up: staging slot + blue/green swap</a:t>
            </a:r>
          </a:p>
        </p:txBody>
      </p:sp>
    </p:spTree>
  </p:cSld>
  <p:clrMapOvr>
    <a:masterClrMapping xmlns:a="http://schemas.openxmlformats.org/drawingml/2006/main"/>
  </p:clrMapOvr>
</p:sld>
</file>